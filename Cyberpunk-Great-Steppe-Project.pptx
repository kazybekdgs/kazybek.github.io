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A5FFF2-DA23-4650-BDD7-D7230A41D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2E39DCA-AF01-4D5D-843A-93D06D52A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E2F127-95D5-4CAF-9EC8-29DF63C7A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D6CE-E359-48E3-9C35-432F67D5CA35}" type="datetimeFigureOut">
              <a:rPr lang="ru-RU" smtClean="0"/>
              <a:t>10.08.2026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6FFD12-AFCA-48A7-A15F-C58B68A3A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222FC7-8191-42C2-B45C-6A577779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1255A-2740-496A-A78A-30FC6C8F0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234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C7F652-EA21-4E99-97A1-91FF7AC98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C49978-43C3-44E5-89EF-43412B3FF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5E7D7E-C7EF-4BE7-AB54-3A67B487A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D6CE-E359-48E3-9C35-432F67D5CA35}" type="datetimeFigureOut">
              <a:rPr lang="ru-RU" smtClean="0"/>
              <a:t>10.08.2026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567EE9-D1BB-4EB5-A48C-4B00D73F3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849A6B-1F6A-4971-BE91-6C35695DC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1255A-2740-496A-A78A-30FC6C8F0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385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B2B541-30EC-48A9-9D52-A5ADCBB98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2930000-853E-4D84-B53E-7195431B5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BCA000E-935E-42B9-B5A8-4728359DB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D6CE-E359-48E3-9C35-432F67D5CA35}" type="datetimeFigureOut">
              <a:rPr lang="ru-RU" smtClean="0"/>
              <a:t>10.08.2026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E5ED07-50BA-467B-9123-779C585B1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A0D99E-A43D-4266-860C-C1A38DD80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1255A-2740-496A-A78A-30FC6C8F0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5483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9E63EF-2BB6-4179-8184-273D94CAA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E9CF59-8D3F-4F5B-B177-E0FF8D892F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81433BB-7223-4A8F-AEF2-A98DE2F082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E8A872-9980-4F9E-BF4D-C22B9EB0B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D6CE-E359-48E3-9C35-432F67D5CA35}" type="datetimeFigureOut">
              <a:rPr lang="ru-RU" smtClean="0"/>
              <a:t>10.08.2026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EF85B63-1E23-4439-B7EE-1F4A376E8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B33A5DA-0B9A-4B82-98FF-7EC6ABEF5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1255A-2740-496A-A78A-30FC6C8F0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680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5474C3-DDB3-4D5D-8EF7-46E395BEA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CDEE25-AA63-472E-AB04-A03E2C66E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73723F5-FE46-4357-984D-BB4AEAD33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1855E45-1D99-40C9-8EDB-BB23562435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7518130-99F8-4578-8F4E-AF7ED10C92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DF6C906-5BE3-491E-9D1E-44095FF43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D6CE-E359-48E3-9C35-432F67D5CA35}" type="datetimeFigureOut">
              <a:rPr lang="ru-RU" smtClean="0"/>
              <a:t>10.08.2026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3F7AF3D-4676-424F-BCA9-F9357756C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EFFF8FB-F2C9-441B-88DF-960192A11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1255A-2740-496A-A78A-30FC6C8F0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2618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83BA1-E16A-40CB-ADE4-E53D87175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5ADFC4C-B658-4B5B-B416-819DAED75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D6CE-E359-48E3-9C35-432F67D5CA35}" type="datetimeFigureOut">
              <a:rPr lang="ru-RU" smtClean="0"/>
              <a:t>10.08.2026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7DE1D5B-373B-42AF-B9D8-FFA23C5CF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6FF2F37-4600-42F9-8066-FBEFB2C7C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1255A-2740-496A-A78A-30FC6C8F0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9189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90748C1-510A-49C4-8E24-FDC9C7A1C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D6CE-E359-48E3-9C35-432F67D5CA35}" type="datetimeFigureOut">
              <a:rPr lang="ru-RU" smtClean="0"/>
              <a:t>10.08.2026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255E4FB-60A8-4D66-B01D-26EDA3913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F6E98F-DEE2-4CC7-A180-8EAD4D9DF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1255A-2740-496A-A78A-30FC6C8F0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9155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2051D4-BE8B-4B49-96DB-A896A60B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2D0652-FB38-47A6-86A9-1EC9F8F8D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29270B-5172-4A1E-A780-64228E693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E0F9A49-E02E-4EE6-8402-27E99133B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D6CE-E359-48E3-9C35-432F67D5CA35}" type="datetimeFigureOut">
              <a:rPr lang="ru-RU" smtClean="0"/>
              <a:t>10.08.2026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F98E3B2-8B43-451C-8251-9C4CD7CF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EFB78A-74A9-4372-8F68-54B1F1B98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1255A-2740-496A-A78A-30FC6C8F0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9541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4C992-E673-4A49-B999-76058CFF7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88A15A5-9DBF-4F9D-8C93-090CE2B725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2C8EC7-403E-4865-9FC5-2C5E48A61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5B448A6-D1C3-4627-A41B-11CB4E7E0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D6CE-E359-48E3-9C35-432F67D5CA35}" type="datetimeFigureOut">
              <a:rPr lang="ru-RU" smtClean="0"/>
              <a:t>10.08.2026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C6FBD2-F3E5-4E58-A9A8-52E98183C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3E9993-398D-45CF-AC94-9E6DCC429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1255A-2740-496A-A78A-30FC6C8F0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6261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94022E-2561-4040-B819-148486454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3D08639-8B0D-4AD8-BB80-6DE44922BD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1266F1-2139-494D-AAF8-BF1EBD55B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D6CE-E359-48E3-9C35-432F67D5CA35}" type="datetimeFigureOut">
              <a:rPr lang="ru-RU" smtClean="0"/>
              <a:t>10.08.2026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60B7B7-8FF7-46D2-8425-2A39380E5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6D7D2B-3584-4312-8637-5BE67F26C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1255A-2740-496A-A78A-30FC6C8F0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877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5E4397E-7400-45D3-83C6-C3BE40C4B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A04E96-C459-4E16-B400-24C394B5A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8848BB-4ED0-48E9-9C27-75BC08A41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1D6CE-E359-48E3-9C35-432F67D5CA35}" type="datetimeFigureOut">
              <a:rPr lang="ru-RU" smtClean="0"/>
              <a:t>10.08.2026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5DD6D0-A8E5-4574-8F90-BE2931B61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E8FEEA-B677-4F3A-B9D9-2BC635CF1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1255A-2740-496A-A78A-30FC6C8F0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1912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32000">
              <a:srgbClr val="FFC000"/>
            </a:gs>
            <a:gs pos="69000">
              <a:srgbClr val="FFC000"/>
            </a:gs>
            <a:gs pos="100000">
              <a:schemeClr val="tx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3F5AB6-62CD-444D-9169-389E15825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8B2772-0CE4-49CD-AD58-F763F45C3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56E815-6B55-4C5F-8520-4D28B34BD2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1D6CE-E359-48E3-9C35-432F67D5CA35}" type="datetimeFigureOut">
              <a:rPr lang="ru-RU" smtClean="0"/>
              <a:t>10.08.2026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DEB9B1-F9E4-4F81-A0A1-A6BEA849D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709099-0BC9-4D04-89C4-A94BC70D5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1255A-2740-496A-A78A-30FC6C8F00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963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33E20E-8220-4E2E-877F-36E286005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490" y="0"/>
            <a:ext cx="102910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008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33E20E-8220-4E2E-877F-36E286005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490" y="0"/>
            <a:ext cx="102910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8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33E20E-8220-4E2E-877F-36E286005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490" y="0"/>
            <a:ext cx="1029101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577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33E20E-8220-4E2E-877F-36E286005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490" y="0"/>
            <a:ext cx="1029101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633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33E20E-8220-4E2E-877F-36E286005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490" y="0"/>
            <a:ext cx="10291018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622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33E20E-8220-4E2E-877F-36E286005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491" y="0"/>
            <a:ext cx="10291016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834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33E20E-8220-4E2E-877F-36E286005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491" y="0"/>
            <a:ext cx="10291016" cy="685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544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33E20E-8220-4E2E-877F-36E286005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491" y="0"/>
            <a:ext cx="10291015" cy="685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646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33E20E-8220-4E2E-877F-36E286005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491" y="0"/>
            <a:ext cx="10291015" cy="685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40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33E20E-8220-4E2E-877F-36E286005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491" y="0"/>
            <a:ext cx="10291015" cy="685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894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33E20E-8220-4E2E-877F-36E286005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491" y="0"/>
            <a:ext cx="10291015" cy="685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967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33E20E-8220-4E2E-877F-36E286005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491" y="0"/>
            <a:ext cx="10291015" cy="685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951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33E20E-8220-4E2E-877F-36E286005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491" y="0"/>
            <a:ext cx="10291015" cy="685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608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33E20E-8220-4E2E-877F-36E286005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491" y="0"/>
            <a:ext cx="10291015" cy="685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610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33E20E-8220-4E2E-877F-36E286005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491" y="0"/>
            <a:ext cx="10291015" cy="685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191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33E20E-8220-4E2E-877F-36E286005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0491" y="0"/>
            <a:ext cx="10291015" cy="685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9205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Широкоэкранный</PresentationFormat>
  <Paragraphs>0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пк</dc:creator>
  <cp:lastModifiedBy>пк</cp:lastModifiedBy>
  <cp:revision>1</cp:revision>
  <dcterms:created xsi:type="dcterms:W3CDTF">2026-08-10T16:06:25Z</dcterms:created>
  <dcterms:modified xsi:type="dcterms:W3CDTF">2026-08-10T16:14:24Z</dcterms:modified>
</cp:coreProperties>
</file>